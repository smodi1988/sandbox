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EDWH to EDP Migration Success 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Informatica Power Center to IDMC</a:t>
            </a:r>
          </a:p>
          <a:p>
            <a:r>
              <a:t>Teradata to BigQuery</a:t>
            </a:r>
          </a:p>
          <a:p/>
          <a:p>
            <a:r>
              <a:t>Informatica EMEA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Sunrise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Company Overview</a:t>
            </a:r>
          </a:p>
          <a:p>
            <a:pPr/>
            <a:r>
              <a:t>Business Domain and Operations</a:t>
            </a:r>
          </a:p>
          <a:p>
            <a:pPr/>
            <a:r>
              <a:t>Digital Transformation Journey</a:t>
            </a:r>
          </a:p>
          <a:p>
            <a:pPr/>
            <a:r>
              <a:t>Technology Stack Evolution</a:t>
            </a:r>
          </a:p>
          <a:p>
            <a:pPr/>
            <a:r>
              <a:t>Current Market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- EDWH (Enterprise Data Warehouse)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Legacy Architecture Overview</a:t>
            </a:r>
          </a:p>
          <a:p>
            <a:pPr/>
            <a:r>
              <a:t>Technology Stack:</a:t>
            </a:r>
          </a:p>
          <a:p>
            <a:pPr lvl="1"/>
            <a:r>
              <a:t>Informatica PowerCenter for ETL</a:t>
            </a:r>
          </a:p>
          <a:p>
            <a:pPr lvl="1"/>
            <a:r>
              <a:t>Teradata as Data Warehouse Platform</a:t>
            </a:r>
          </a:p>
          <a:p>
            <a:pPr lvl="1"/>
            <a:r>
              <a:t>On-premise Infrastructure</a:t>
            </a:r>
          </a:p>
          <a:p>
            <a:pPr/>
            <a:r>
              <a:t>Data Processing Capabilities</a:t>
            </a:r>
          </a:p>
          <a:p>
            <a:pPr/>
            <a:r>
              <a:t>Business Intelligence Integration</a:t>
            </a:r>
          </a:p>
          <a:p>
            <a:pPr/>
            <a:r>
              <a:t>Architecture Landscape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EDWH Architecture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Source Systems Integration</a:t>
            </a:r>
          </a:p>
          <a:p>
            <a:pPr/>
            <a:r>
              <a:t>ETL Processing Layer (Informatica PowerCenter)</a:t>
            </a:r>
          </a:p>
          <a:p>
            <a:pPr/>
            <a:r>
              <a:t>Data Storage Layer (Teradata)</a:t>
            </a:r>
          </a:p>
          <a:p>
            <a:pPr/>
            <a:r>
              <a:t>Data Consumption Layer</a:t>
            </a:r>
          </a:p>
          <a:p>
            <a:pPr/>
            <a:r>
              <a:t>Monitoring and Operations</a:t>
            </a:r>
          </a:p>
          <a:p>
            <a:pPr/>
            <a:r>
              <a:t>Security and Governance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Needs - Why Migration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Cost Optimization Requirements</a:t>
            </a:r>
          </a:p>
          <a:p>
            <a:pPr/>
            <a:r>
              <a:t>Scalability Limitations of Legacy System</a:t>
            </a:r>
          </a:p>
          <a:p>
            <a:pPr/>
            <a:r>
              <a:t>Need for Cloud-Native Capabilities</a:t>
            </a:r>
          </a:p>
          <a:p>
            <a:pPr/>
            <a:r>
              <a:t>Improved Performance and Processing Speed</a:t>
            </a:r>
          </a:p>
          <a:p>
            <a:pPr/>
            <a:r>
              <a:t>Modern Data Architecture Requirements</a:t>
            </a:r>
          </a:p>
          <a:p>
            <a:pPr/>
            <a:r>
              <a:t>Business Agility and Time-to-Market</a:t>
            </a:r>
          </a:p>
          <a:p>
            <a:pPr/>
            <a:r>
              <a:t>Maintenance and Support Challenges</a:t>
            </a:r>
          </a:p>
          <a:p>
            <a:pPr/>
            <a:r>
              <a:t>Innovation and Future-Readiness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 During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Complex Data Dependencies</a:t>
            </a:r>
          </a:p>
          <a:p>
            <a:pPr/>
            <a:r>
              <a:t>Business Continuity Requirements</a:t>
            </a:r>
          </a:p>
          <a:p>
            <a:pPr/>
            <a:r>
              <a:t>Data Quality and Validation</a:t>
            </a:r>
          </a:p>
          <a:p>
            <a:pPr/>
            <a:r>
              <a:t>Skill Gap in New Technologies</a:t>
            </a:r>
          </a:p>
          <a:p>
            <a:pPr/>
            <a:r>
              <a:t>Change Management and User Adoption</a:t>
            </a:r>
          </a:p>
          <a:p>
            <a:pPr/>
            <a:r>
              <a:t>Migration Timeline Constraints</a:t>
            </a:r>
          </a:p>
          <a:p>
            <a:pPr/>
            <a:r>
              <a:t>Integration with Existing Systems</a:t>
            </a:r>
          </a:p>
          <a:p>
            <a:pPr/>
            <a:r>
              <a:t>Risk Management and Rollback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- Assessment &amp;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Assessment Phase:</a:t>
            </a:r>
          </a:p>
          <a:p>
            <a:pPr lvl="1"/>
            <a:r>
              <a:t>Complete inventory of mappings and workflows</a:t>
            </a:r>
          </a:p>
          <a:p>
            <a:pPr lvl="1"/>
            <a:r>
              <a:t>Complexity analysis</a:t>
            </a:r>
          </a:p>
          <a:p>
            <a:pPr lvl="1"/>
            <a:r>
              <a:t>Dependency mapping</a:t>
            </a:r>
          </a:p>
          <a:p>
            <a:pPr lvl="1"/>
            <a:r>
              <a:t>Resource planning</a:t>
            </a:r>
          </a:p>
          <a:p>
            <a:pPr/>
            <a:r>
              <a:t>Cloudification Strategy:</a:t>
            </a:r>
          </a:p>
          <a:p>
            <a:pPr lvl="1"/>
            <a:r>
              <a:t>Cloud architecture design</a:t>
            </a:r>
          </a:p>
          <a:p>
            <a:pPr lvl="1"/>
            <a:r>
              <a:t>Security and compliance framework</a:t>
            </a:r>
          </a:p>
          <a:p>
            <a:pPr lvl="1"/>
            <a:r>
              <a:t>Migration approach selection</a:t>
            </a:r>
          </a:p>
          <a:p>
            <a:pPr lvl="1"/>
            <a:r>
              <a:t>Cost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- Development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Parallel Development:</a:t>
            </a:r>
          </a:p>
          <a:p>
            <a:pPr lvl="1"/>
            <a:r>
              <a:t>Dual environment setup</a:t>
            </a:r>
          </a:p>
          <a:p>
            <a:pPr lvl="1"/>
            <a:r>
              <a:t>Agile development methodology</a:t>
            </a:r>
          </a:p>
          <a:p>
            <a:pPr lvl="1"/>
            <a:r>
              <a:t>Code migration and refactoring</a:t>
            </a:r>
          </a:p>
          <a:p>
            <a:pPr lvl="1"/>
            <a:r>
              <a:t>Testing in isolated environments</a:t>
            </a:r>
          </a:p>
          <a:p>
            <a:pPr/>
            <a:r>
              <a:t>DVT (Data Validation Tool):</a:t>
            </a:r>
          </a:p>
          <a:p>
            <a:pPr lvl="1"/>
            <a:r>
              <a:t>Automated data comparison</a:t>
            </a:r>
          </a:p>
          <a:p>
            <a:pPr lvl="1"/>
            <a:r>
              <a:t>Quality assurance</a:t>
            </a:r>
          </a:p>
          <a:p>
            <a:pPr lvl="1"/>
            <a:r>
              <a:t>Reconciliation reporting</a:t>
            </a:r>
          </a:p>
          <a:p>
            <a:pPr lvl="1"/>
            <a:r>
              <a:t>Issue tracking and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-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Google API for Query Conversion:</a:t>
            </a:r>
          </a:p>
          <a:p>
            <a:pPr lvl="1"/>
            <a:r>
              <a:t>Teradata to BigQuery SQL translation</a:t>
            </a:r>
          </a:p>
          <a:p>
            <a:pPr lvl="1"/>
            <a:r>
              <a:t>Automated query optimization</a:t>
            </a:r>
          </a:p>
          <a:p>
            <a:pPr lvl="1"/>
            <a:r>
              <a:t>Syntax compatibility handling</a:t>
            </a:r>
          </a:p>
          <a:p>
            <a:pPr/>
            <a:r>
              <a:t>Environments &amp; Parallel Run:</a:t>
            </a:r>
          </a:p>
          <a:p>
            <a:pPr lvl="1"/>
            <a:r>
              <a:t>Development, Testing, UAT, Production</a:t>
            </a:r>
          </a:p>
          <a:p>
            <a:pPr lvl="1"/>
            <a:r>
              <a:t>Parallel execution monitoring</a:t>
            </a:r>
          </a:p>
          <a:p>
            <a:pPr lvl="1"/>
            <a:r>
              <a:t>Performance benchmarking</a:t>
            </a:r>
          </a:p>
          <a:p>
            <a:pPr lvl="1"/>
            <a:r>
              <a:t>Cutover planning and execution</a:t>
            </a:r>
          </a:p>
          <a:p>
            <a:pPr/>
            <a:r>
              <a:t>IDMC (Informatica Intelligent Data Management Cloud)</a:t>
            </a:r>
          </a:p>
          <a:p>
            <a:pPr/>
            <a:r>
              <a:t>BigQuery as Modern Data Warehouse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Realized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Processing Efficiency:</a:t>
            </a:r>
          </a:p>
          <a:p>
            <a:pPr lvl="1"/>
            <a:r>
              <a:t>Faster data processing times</a:t>
            </a:r>
          </a:p>
          <a:p>
            <a:pPr lvl="1"/>
            <a:r>
              <a:t>Improved query performance</a:t>
            </a:r>
          </a:p>
          <a:p>
            <a:pPr lvl="1"/>
            <a:r>
              <a:t>Enhanced scalability</a:t>
            </a:r>
          </a:p>
          <a:p>
            <a:pPr lvl="1"/>
            <a:r>
              <a:t>Real-time capabilities</a:t>
            </a:r>
          </a:p>
          <a:p>
            <a:pPr/>
            <a:r>
              <a:t>Cost Savings:</a:t>
            </a:r>
          </a:p>
          <a:p>
            <a:pPr lvl="1"/>
            <a:r>
              <a:t>Reduced infrastructure costs</a:t>
            </a:r>
          </a:p>
          <a:p>
            <a:pPr lvl="1"/>
            <a:r>
              <a:t>Pay-as-you-go pricing model</a:t>
            </a:r>
          </a:p>
          <a:p>
            <a:pPr lvl="1"/>
            <a:r>
              <a:t>Lower maintenance overhead</a:t>
            </a:r>
          </a:p>
          <a:p>
            <a:pPr lvl="1"/>
            <a:r>
              <a:t>Optimized resource utilization</a:t>
            </a:r>
          </a:p>
          <a:p>
            <a:pPr/>
            <a:r>
              <a:t>PDO (Push Down Optimization) on All Mappings:</a:t>
            </a:r>
          </a:p>
          <a:p>
            <a:pPr lvl="1"/>
            <a:r>
              <a:t>Leveraging BigQuery compute power</a:t>
            </a:r>
          </a:p>
          <a:p>
            <a:pPr lvl="1"/>
            <a:r>
              <a:t>Reduced data movement</a:t>
            </a:r>
          </a:p>
          <a:p>
            <a:pPr lvl="1"/>
            <a:r>
              <a:t>Improved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 -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CLAIRGPT Integration:</a:t>
            </a:r>
          </a:p>
          <a:p>
            <a:pPr lvl="1"/>
            <a:r>
              <a:t>AI-powered data insights</a:t>
            </a:r>
          </a:p>
          <a:p>
            <a:pPr lvl="1"/>
            <a:r>
              <a:t>Automated documentation</a:t>
            </a:r>
          </a:p>
          <a:p>
            <a:pPr lvl="1"/>
            <a:r>
              <a:t>Intelligent data discovery</a:t>
            </a:r>
          </a:p>
          <a:p>
            <a:pPr lvl="1"/>
            <a:r>
              <a:t>Natural language querying</a:t>
            </a:r>
          </a:p>
          <a:p>
            <a:pPr/>
            <a:r>
              <a:t>Additional Utilities &amp; Tools:</a:t>
            </a:r>
          </a:p>
          <a:p>
            <a:pPr lvl="1"/>
            <a:r>
              <a:t>Advanced monitoring solutions</a:t>
            </a:r>
          </a:p>
          <a:p>
            <a:pPr lvl="1"/>
            <a:r>
              <a:t>Self-service analytics</a:t>
            </a:r>
          </a:p>
          <a:p>
            <a:pPr lvl="1"/>
            <a:r>
              <a:t>Data cataloging enhancements</a:t>
            </a:r>
          </a:p>
          <a:p>
            <a:pPr lvl="1"/>
            <a:r>
              <a:t>Automated data quality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 - Topics to Address with IDMC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Operational Topics:</a:t>
            </a:r>
          </a:p>
          <a:p>
            <a:pPr lvl="1"/>
            <a:r>
              <a:t>Metadata management optimization</a:t>
            </a:r>
          </a:p>
          <a:p>
            <a:pPr lvl="1"/>
            <a:r>
              <a:t>Salesforce merge transformations</a:t>
            </a:r>
          </a:p>
          <a:p>
            <a:pPr lvl="1"/>
            <a:r>
              <a:t>Enhanced monitoring and alerting</a:t>
            </a:r>
          </a:p>
          <a:p>
            <a:pPr lvl="1"/>
            <a:r>
              <a:t>Performance tuning</a:t>
            </a:r>
          </a:p>
          <a:p>
            <a:pPr/>
            <a:r>
              <a:t>Process Improvements:</a:t>
            </a:r>
          </a:p>
          <a:p>
            <a:pPr lvl="1"/>
            <a:r>
              <a:t>Better assessment methodologies</a:t>
            </a:r>
          </a:p>
          <a:p>
            <a:pPr lvl="1"/>
            <a:r>
              <a:t>Parallel execution of pipelines</a:t>
            </a:r>
          </a:p>
          <a:p>
            <a:pPr lvl="1"/>
            <a:r>
              <a:t>Improved deployment processes</a:t>
            </a:r>
          </a:p>
          <a:p>
            <a:pPr/>
            <a:r>
              <a:t>DevOps Integration:</a:t>
            </a:r>
          </a:p>
          <a:p>
            <a:pPr lvl="1"/>
            <a:r>
              <a:t>Bitbucket integration</a:t>
            </a:r>
          </a:p>
          <a:p>
            <a:pPr lvl="1"/>
            <a:r>
              <a:t>CI/CD pipeline automation</a:t>
            </a:r>
          </a:p>
          <a:p>
            <a:pPr lvl="1"/>
            <a:r>
              <a:t>Version control best practices</a:t>
            </a:r>
          </a:p>
          <a:p>
            <a:pPr lvl="1"/>
            <a:r>
              <a:t>Automated deployment workflows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 migration from EDWH to EDP completed</a:t>
            </a:r>
          </a:p>
          <a:p>
            <a:pPr/>
            <a:r>
              <a:t>Significant improvements in performance and cost</a:t>
            </a:r>
          </a:p>
          <a:p>
            <a:pPr/>
            <a:r>
              <a:t>Modern cloud-native architecture established</a:t>
            </a:r>
          </a:p>
          <a:p>
            <a:pPr/>
            <a:r>
              <a:t>Strong foundation for future innovations</a:t>
            </a:r>
          </a:p>
          <a:p>
            <a:pPr/>
            <a:r>
              <a:t>Continuous improvement mindset</a:t>
            </a:r>
          </a:p>
          <a:p>
            <a:pPr/>
            <a:r>
              <a:t>Ready for next-generation analytics</a:t>
            </a:r>
          </a:p>
          <a:p>
            <a:pPr/>
          </a:p>
          <a:p>
            <a:pPr/>
            <a:r>
              <a:t>Thank You!</a:t>
            </a:r>
          </a:p>
          <a:p>
            <a:pPr/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